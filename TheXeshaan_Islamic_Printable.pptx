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743200"/>
          </a:xfrm>
          <a:prstGeom prst="rect">
            <a:avLst/>
          </a:prstGeom>
          <a:solidFill>
            <a:srgbClr val="1A5F7A">
              <a:alpha val="10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286000"/>
            <a:ext cx="3657600" cy="2743200"/>
          </a:xfrm>
          <a:prstGeom prst="rect">
            <a:avLst/>
          </a:prstGeom>
          <a:solidFill>
            <a:srgbClr val="1A5F7A">
              <a:alpha val="10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بِسْمِ اللهِ الرَّحْمٰنِ الرَّحِيْمِ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069080" y="1005840"/>
            <a:ext cx="914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05156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TheXeshaan Islamic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Printable Collection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51460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0"/>
            <a:ext cx="347472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Quran Reading Journey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114 Surahs · Click to read on Quran.com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347472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63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28-Day Consistency Tracker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Salah · Tasks · Quran Goal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5F7A">
              <a:alpha val="80000"/>
            </a:srgbClr>
          </a:solidFill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instagram.com/thexeshaan.islamic     📚  thexeshaanislamic.gumroad.com     🌿  quran.com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5F7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🌙  28-Day Muslim Consistency Tracker  ·  بِسْمِ اللهِ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38912"/>
          </a:xfrm>
          <a:prstGeom prst="rect">
            <a:avLst/>
          </a:prstGeom>
          <a:solidFill>
            <a:srgbClr val="162032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Year: _______________________     My Quran Reading Goal: _________________________________________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89888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44752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1056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44752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1056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05456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0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06624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21024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75888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75888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36592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91456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91456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852160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8736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07024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07024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967728" y="1115568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04304" y="11430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22592" y="138988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8896" y="137160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022592" y="1572768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155448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9184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9184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389888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26464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444752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91056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444752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91056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05456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60320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06624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0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06624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621024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75888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22192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675888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22192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736592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3168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91456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37760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791456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852160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88736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907024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53328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907024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967728" y="1828800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04304" y="1856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022592" y="210312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68896" y="208483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22592" y="2286000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68896" y="226771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74320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0896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29184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5488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29184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488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389888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426464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444752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91056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444752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91056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505456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42032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2560320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06624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2560320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06624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621024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57600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3675888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22192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675888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822192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736592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73168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791456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937760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4791456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37760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5852160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88736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5907024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053328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907024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53328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967728" y="2542032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04304" y="2569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7022592" y="281635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68896" y="27980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7022592" y="2999232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168896" y="298094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274320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10896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329184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75488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329184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5488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1389888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426464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1444752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591056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1444752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591056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2505456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542032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100" dirty="0"/>
          </a:p>
        </p:txBody>
      </p:sp>
      <p:sp>
        <p:nvSpPr>
          <p:cNvPr id="146" name="Shape 144"/>
          <p:cNvSpPr/>
          <p:nvPr/>
        </p:nvSpPr>
        <p:spPr>
          <a:xfrm>
            <a:off x="2560320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706624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2560320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706624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3621024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57600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3675888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822192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3675888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822192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736592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773168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4791456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937760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4791456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937760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5852160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888736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5907024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053328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5907024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053328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6967728" y="3255264"/>
            <a:ext cx="1060704" cy="658368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004304" y="32826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7022592" y="352958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168896" y="351129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7022592" y="3712464"/>
            <a:ext cx="128016" cy="128016"/>
          </a:xfrm>
          <a:prstGeom prst="rect">
            <a:avLst/>
          </a:prstGeom>
          <a:solidFill>
            <a:srgbClr val="0D1B2A"/>
          </a:solidFill>
          <a:ln w="8890">
            <a:solidFill>
              <a:srgbClr val="E8C96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168896" y="3694176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74320" y="4069080"/>
            <a:ext cx="4114800" cy="868680"/>
          </a:xfrm>
          <a:prstGeom prst="rect">
            <a:avLst/>
          </a:prstGeom>
          <a:solidFill>
            <a:srgbClr val="162032"/>
          </a:solidFill>
          <a:ln w="1016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65760" y="4114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🕌  Daily Salah Times</a:t>
            </a:r>
            <a:endParaRPr lang="en-US" sz="1000" dirty="0"/>
          </a:p>
        </p:txBody>
      </p:sp>
      <p:sp>
        <p:nvSpPr>
          <p:cNvPr id="176" name="Text 174"/>
          <p:cNvSpPr/>
          <p:nvPr/>
        </p:nvSpPr>
        <p:spPr>
          <a:xfrm>
            <a:off x="384048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Fajr: _____ am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1664208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Zuhr: _____ pm</a:t>
            </a:r>
            <a:endParaRPr lang="en-US" sz="800" dirty="0"/>
          </a:p>
        </p:txBody>
      </p:sp>
      <p:sp>
        <p:nvSpPr>
          <p:cNvPr id="178" name="Text 176"/>
          <p:cNvSpPr/>
          <p:nvPr/>
        </p:nvSpPr>
        <p:spPr>
          <a:xfrm>
            <a:off x="2944368" y="44074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Asr: _____ pm</a:t>
            </a:r>
            <a:endParaRPr lang="en-US" sz="800" dirty="0"/>
          </a:p>
        </p:txBody>
      </p:sp>
      <p:sp>
        <p:nvSpPr>
          <p:cNvPr id="179" name="Text 177"/>
          <p:cNvSpPr/>
          <p:nvPr/>
        </p:nvSpPr>
        <p:spPr>
          <a:xfrm>
            <a:off x="384048" y="4663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Maghrib: ___ pm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1664208" y="4663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Isha: ______ pm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4663440" y="4069080"/>
            <a:ext cx="4206240" cy="868680"/>
          </a:xfrm>
          <a:prstGeom prst="rect">
            <a:avLst/>
          </a:prstGeom>
          <a:solidFill>
            <a:srgbClr val="162032"/>
          </a:solidFill>
          <a:ln w="1016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75488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✨  Daily Tasks</a:t>
            </a:r>
            <a:endParaRPr lang="en-US" sz="1000" dirty="0"/>
          </a:p>
        </p:txBody>
      </p:sp>
      <p:sp>
        <p:nvSpPr>
          <p:cNvPr id="183" name="Text 181"/>
          <p:cNvSpPr/>
          <p:nvPr/>
        </p:nvSpPr>
        <p:spPr>
          <a:xfrm>
            <a:off x="4709160" y="438912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Pray all five on time</a:t>
            </a:r>
            <a:endParaRPr lang="en-US" sz="800" dirty="0"/>
          </a:p>
        </p:txBody>
      </p:sp>
      <p:sp>
        <p:nvSpPr>
          <p:cNvPr id="184" name="Text 182"/>
          <p:cNvSpPr/>
          <p:nvPr/>
        </p:nvSpPr>
        <p:spPr>
          <a:xfrm>
            <a:off x="6720840" y="438912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Make du'a for family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4709160" y="459028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Connect with family</a:t>
            </a:r>
            <a:endParaRPr lang="en-US" sz="800" dirty="0"/>
          </a:p>
        </p:txBody>
      </p:sp>
      <p:sp>
        <p:nvSpPr>
          <p:cNvPr id="186" name="Text 184"/>
          <p:cNvSpPr/>
          <p:nvPr/>
        </p:nvSpPr>
        <p:spPr>
          <a:xfrm>
            <a:off x="6720840" y="4590288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Limit phone time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4709160" y="479145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Reflect on a blessing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74320" y="4965192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instagram.com/thexeshaan.islamic   ·   thexeshaanislamic.gumroad.com   ·   quran.com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9A7A3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My Quran Reading Journey  ·  لُّؤْمِنُونَ  ·  Color Each Surah As You Complete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103120" cy="640080"/>
          </a:xfrm>
          <a:prstGeom prst="rect">
            <a:avLst/>
          </a:prstGeom>
          <a:solidFill>
            <a:srgbClr val="1A5F7A">
              <a:alpha val="30000"/>
            </a:srgbClr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21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Intention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Bismillah — reading to grow closer to Allah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23160" y="594360"/>
            <a:ext cx="2103120" cy="640080"/>
          </a:xfrm>
          <a:prstGeom prst="rect">
            <a:avLst/>
          </a:prstGeom>
          <a:solidFill>
            <a:srgbClr val="1A5F7A">
              <a:alpha val="30000"/>
            </a:srgbClr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621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822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— ask: What does this mean for my life?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3440" y="594360"/>
            <a:ext cx="2103120" cy="640080"/>
          </a:xfrm>
          <a:prstGeom prst="rect">
            <a:avLst/>
          </a:prstGeom>
          <a:solidFill>
            <a:srgbClr val="1A5F7A">
              <a:alpha val="30000"/>
            </a:srgbClr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621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&gt; Qty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822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verses with understanding bring more barakah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903720" y="594360"/>
            <a:ext cx="2103120" cy="640080"/>
          </a:xfrm>
          <a:prstGeom prst="rect">
            <a:avLst/>
          </a:prstGeom>
          <a:solidFill>
            <a:srgbClr val="1A5F7A">
              <a:alpha val="30000"/>
            </a:srgbClr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621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Du'a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822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Allah to open your heart to live by what you read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2286000"/>
            <a:ext cx="8778240" cy="9144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719072"/>
            <a:ext cx="201168" cy="521208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719072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16200000">
            <a:off x="22860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448056" y="1609344"/>
            <a:ext cx="201168" cy="630936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1609344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 rot="16200000">
            <a:off x="44805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667512" y="1499616"/>
            <a:ext cx="201168" cy="740664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1499616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66751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" name="Shape 24"/>
          <p:cNvSpPr/>
          <p:nvPr/>
        </p:nvSpPr>
        <p:spPr>
          <a:xfrm>
            <a:off x="886968" y="1389888"/>
            <a:ext cx="201168" cy="850392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" y="1389888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88696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1106424" y="1828800"/>
            <a:ext cx="201168" cy="411480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" y="1828800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 rot="16200000">
            <a:off x="110642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1325880" y="1719072"/>
            <a:ext cx="201168" cy="521208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1719072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 rot="16200000">
            <a:off x="132588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545336" y="1609344"/>
            <a:ext cx="201168" cy="630936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5336" y="1609344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 rot="16200000">
            <a:off x="154533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1764792" y="1499616"/>
            <a:ext cx="201168" cy="740664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64792" y="1499616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 rot="16200000">
            <a:off x="176479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984248" y="1389888"/>
            <a:ext cx="201168" cy="850392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84248" y="1389888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rot="16200000">
            <a:off x="198424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2203704" y="1828800"/>
            <a:ext cx="201168" cy="411480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03704" y="1828800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 rot="16200000">
            <a:off x="220370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2423160" y="1719072"/>
            <a:ext cx="201168" cy="521208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23160" y="1719072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 rot="16200000">
            <a:off x="242316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2642616" y="1609344"/>
            <a:ext cx="201168" cy="630936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42616" y="1609344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 rot="16200000">
            <a:off x="264261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2862072" y="1499616"/>
            <a:ext cx="201168" cy="740664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62072" y="1499616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 rot="16200000">
            <a:off x="286207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3081528" y="1389888"/>
            <a:ext cx="201168" cy="850392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81528" y="1389888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 rot="16200000">
            <a:off x="308152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3300984" y="1828800"/>
            <a:ext cx="201168" cy="411480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00984" y="1828800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 rot="16200000">
            <a:off x="330098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520440" y="1719072"/>
            <a:ext cx="201168" cy="521208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20440" y="1719072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 rot="16200000">
            <a:off x="352044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3739896" y="1609344"/>
            <a:ext cx="201168" cy="630936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39896" y="1609344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 rot="16200000">
            <a:off x="373989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3959352" y="1499616"/>
            <a:ext cx="201168" cy="740664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59352" y="1499616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 rot="16200000">
            <a:off x="395935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4178808" y="1389888"/>
            <a:ext cx="201168" cy="850392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78808" y="1389888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 rot="16200000">
            <a:off x="417880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4398264" y="1828800"/>
            <a:ext cx="201168" cy="411480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98264" y="1828800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 rot="16200000">
            <a:off x="439826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00" dirty="0"/>
          </a:p>
        </p:txBody>
      </p:sp>
      <p:sp>
        <p:nvSpPr>
          <p:cNvPr id="77" name="Shape 75"/>
          <p:cNvSpPr/>
          <p:nvPr/>
        </p:nvSpPr>
        <p:spPr>
          <a:xfrm>
            <a:off x="4617720" y="1719072"/>
            <a:ext cx="201168" cy="521208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17720" y="1719072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 rot="16200000">
            <a:off x="461772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4837176" y="1609344"/>
            <a:ext cx="201168" cy="630936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37176" y="1609344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 rot="16200000">
            <a:off x="483717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5056632" y="1499616"/>
            <a:ext cx="201168" cy="740664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56632" y="1499616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 rot="16200000">
            <a:off x="505663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5276088" y="1389888"/>
            <a:ext cx="201168" cy="850392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76088" y="1389888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 rot="16200000">
            <a:off x="527608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5495544" y="1828800"/>
            <a:ext cx="201168" cy="411480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95544" y="1828800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 rot="16200000">
            <a:off x="549554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00" dirty="0"/>
          </a:p>
        </p:txBody>
      </p:sp>
      <p:sp>
        <p:nvSpPr>
          <p:cNvPr id="92" name="Shape 90"/>
          <p:cNvSpPr/>
          <p:nvPr/>
        </p:nvSpPr>
        <p:spPr>
          <a:xfrm>
            <a:off x="5715000" y="1719072"/>
            <a:ext cx="201168" cy="521208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15000" y="1719072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 rot="16200000">
            <a:off x="571500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5934456" y="1609344"/>
            <a:ext cx="201168" cy="630936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34456" y="1609344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 rot="16200000">
            <a:off x="593445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00" dirty="0"/>
          </a:p>
        </p:txBody>
      </p:sp>
      <p:sp>
        <p:nvSpPr>
          <p:cNvPr id="98" name="Shape 96"/>
          <p:cNvSpPr/>
          <p:nvPr/>
        </p:nvSpPr>
        <p:spPr>
          <a:xfrm>
            <a:off x="6153912" y="1499616"/>
            <a:ext cx="201168" cy="740664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53912" y="1499616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 rot="16200000">
            <a:off x="615391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6373368" y="1389888"/>
            <a:ext cx="201168" cy="850392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73368" y="1389888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 rot="16200000">
            <a:off x="637336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6592824" y="1828800"/>
            <a:ext cx="201168" cy="411480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592824" y="1828800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 rot="16200000">
            <a:off x="659282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00" dirty="0"/>
          </a:p>
        </p:txBody>
      </p:sp>
      <p:sp>
        <p:nvSpPr>
          <p:cNvPr id="107" name="Shape 105"/>
          <p:cNvSpPr/>
          <p:nvPr/>
        </p:nvSpPr>
        <p:spPr>
          <a:xfrm>
            <a:off x="6812280" y="1719072"/>
            <a:ext cx="201168" cy="521208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12280" y="1719072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 rot="16200000">
            <a:off x="681228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7031736" y="1609344"/>
            <a:ext cx="201168" cy="630936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31736" y="1609344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 rot="16200000">
            <a:off x="703173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500" dirty="0"/>
          </a:p>
        </p:txBody>
      </p:sp>
      <p:sp>
        <p:nvSpPr>
          <p:cNvPr id="113" name="Shape 111"/>
          <p:cNvSpPr/>
          <p:nvPr/>
        </p:nvSpPr>
        <p:spPr>
          <a:xfrm>
            <a:off x="7251192" y="1499616"/>
            <a:ext cx="201168" cy="740664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251192" y="1499616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 rot="16200000">
            <a:off x="725119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7470648" y="1389888"/>
            <a:ext cx="201168" cy="850392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89888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 rot="16200000">
            <a:off x="7470648" y="17053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500" dirty="0"/>
          </a:p>
        </p:txBody>
      </p:sp>
      <p:sp>
        <p:nvSpPr>
          <p:cNvPr id="119" name="Shape 117"/>
          <p:cNvSpPr/>
          <p:nvPr/>
        </p:nvSpPr>
        <p:spPr>
          <a:xfrm>
            <a:off x="7690104" y="1828800"/>
            <a:ext cx="201168" cy="411480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690104" y="1828800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 rot="16200000">
            <a:off x="7690104" y="19248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500" dirty="0"/>
          </a:p>
        </p:txBody>
      </p:sp>
      <p:sp>
        <p:nvSpPr>
          <p:cNvPr id="122" name="Shape 120"/>
          <p:cNvSpPr/>
          <p:nvPr/>
        </p:nvSpPr>
        <p:spPr>
          <a:xfrm>
            <a:off x="7909560" y="1719072"/>
            <a:ext cx="201168" cy="521208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909560" y="1719072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 rot="16200000">
            <a:off x="7909560" y="18699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8129016" y="1609344"/>
            <a:ext cx="201168" cy="630936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129016" y="1609344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 rot="16200000">
            <a:off x="8129016" y="18150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500" dirty="0"/>
          </a:p>
        </p:txBody>
      </p:sp>
      <p:sp>
        <p:nvSpPr>
          <p:cNvPr id="128" name="Shape 126"/>
          <p:cNvSpPr/>
          <p:nvPr/>
        </p:nvSpPr>
        <p:spPr>
          <a:xfrm>
            <a:off x="8348472" y="1499616"/>
            <a:ext cx="201168" cy="740664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348472" y="1499616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 rot="16200000">
            <a:off x="8348472" y="17602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182880" y="3657600"/>
            <a:ext cx="8778240" cy="9144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28600" y="2761488"/>
            <a:ext cx="201168" cy="850392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28600" y="2761488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 rot="16200000">
            <a:off x="22860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500" dirty="0"/>
          </a:p>
        </p:txBody>
      </p:sp>
      <p:sp>
        <p:nvSpPr>
          <p:cNvPr id="135" name="Shape 133"/>
          <p:cNvSpPr/>
          <p:nvPr/>
        </p:nvSpPr>
        <p:spPr>
          <a:xfrm>
            <a:off x="448056" y="3200400"/>
            <a:ext cx="201168" cy="411480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48056" y="3200400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 rot="16200000">
            <a:off x="44805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500" dirty="0"/>
          </a:p>
        </p:txBody>
      </p:sp>
      <p:sp>
        <p:nvSpPr>
          <p:cNvPr id="138" name="Shape 136"/>
          <p:cNvSpPr/>
          <p:nvPr/>
        </p:nvSpPr>
        <p:spPr>
          <a:xfrm>
            <a:off x="667512" y="3090672"/>
            <a:ext cx="201168" cy="521208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67512" y="3090672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 rot="16200000">
            <a:off x="66751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886968" y="2980944"/>
            <a:ext cx="201168" cy="630936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86968" y="2980944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 rot="16200000">
            <a:off x="88696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500" dirty="0"/>
          </a:p>
        </p:txBody>
      </p:sp>
      <p:sp>
        <p:nvSpPr>
          <p:cNvPr id="144" name="Shape 142"/>
          <p:cNvSpPr/>
          <p:nvPr/>
        </p:nvSpPr>
        <p:spPr>
          <a:xfrm>
            <a:off x="1106424" y="2871216"/>
            <a:ext cx="201168" cy="740664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06424" y="2871216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 rot="16200000">
            <a:off x="110642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500" dirty="0"/>
          </a:p>
        </p:txBody>
      </p:sp>
      <p:sp>
        <p:nvSpPr>
          <p:cNvPr id="147" name="Shape 145"/>
          <p:cNvSpPr/>
          <p:nvPr/>
        </p:nvSpPr>
        <p:spPr>
          <a:xfrm>
            <a:off x="1325880" y="2761488"/>
            <a:ext cx="201168" cy="850392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325880" y="2761488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 rot="16200000">
            <a:off x="132588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500" dirty="0"/>
          </a:p>
        </p:txBody>
      </p:sp>
      <p:sp>
        <p:nvSpPr>
          <p:cNvPr id="150" name="Shape 148"/>
          <p:cNvSpPr/>
          <p:nvPr/>
        </p:nvSpPr>
        <p:spPr>
          <a:xfrm>
            <a:off x="1545336" y="3200400"/>
            <a:ext cx="201168" cy="411480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545336" y="3200400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 rot="16200000">
            <a:off x="154533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500" dirty="0"/>
          </a:p>
        </p:txBody>
      </p:sp>
      <p:sp>
        <p:nvSpPr>
          <p:cNvPr id="153" name="Shape 151"/>
          <p:cNvSpPr/>
          <p:nvPr/>
        </p:nvSpPr>
        <p:spPr>
          <a:xfrm>
            <a:off x="1764792" y="3090672"/>
            <a:ext cx="201168" cy="521208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764792" y="3090672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 rot="16200000">
            <a:off x="176479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500" dirty="0"/>
          </a:p>
        </p:txBody>
      </p:sp>
      <p:sp>
        <p:nvSpPr>
          <p:cNvPr id="156" name="Shape 154"/>
          <p:cNvSpPr/>
          <p:nvPr/>
        </p:nvSpPr>
        <p:spPr>
          <a:xfrm>
            <a:off x="1984248" y="2980944"/>
            <a:ext cx="201168" cy="630936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984248" y="2980944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 rot="16200000">
            <a:off x="198424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500" dirty="0"/>
          </a:p>
        </p:txBody>
      </p:sp>
      <p:sp>
        <p:nvSpPr>
          <p:cNvPr id="159" name="Shape 157"/>
          <p:cNvSpPr/>
          <p:nvPr/>
        </p:nvSpPr>
        <p:spPr>
          <a:xfrm>
            <a:off x="2203704" y="2871216"/>
            <a:ext cx="201168" cy="740664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203704" y="2871216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 rot="16200000">
            <a:off x="220370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500" dirty="0"/>
          </a:p>
        </p:txBody>
      </p:sp>
      <p:sp>
        <p:nvSpPr>
          <p:cNvPr id="162" name="Shape 160"/>
          <p:cNvSpPr/>
          <p:nvPr/>
        </p:nvSpPr>
        <p:spPr>
          <a:xfrm>
            <a:off x="2423160" y="2761488"/>
            <a:ext cx="201168" cy="850392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423160" y="2761488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 rot="16200000">
            <a:off x="242316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500" dirty="0"/>
          </a:p>
        </p:txBody>
      </p:sp>
      <p:sp>
        <p:nvSpPr>
          <p:cNvPr id="165" name="Shape 163"/>
          <p:cNvSpPr/>
          <p:nvPr/>
        </p:nvSpPr>
        <p:spPr>
          <a:xfrm>
            <a:off x="2642616" y="3200400"/>
            <a:ext cx="201168" cy="411480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642616" y="3200400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 rot="16200000">
            <a:off x="264261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500" dirty="0"/>
          </a:p>
        </p:txBody>
      </p:sp>
      <p:sp>
        <p:nvSpPr>
          <p:cNvPr id="168" name="Shape 166"/>
          <p:cNvSpPr/>
          <p:nvPr/>
        </p:nvSpPr>
        <p:spPr>
          <a:xfrm>
            <a:off x="2862072" y="3090672"/>
            <a:ext cx="201168" cy="521208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862072" y="3090672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 rot="16200000">
            <a:off x="286207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3081528" y="2980944"/>
            <a:ext cx="201168" cy="630936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081528" y="2980944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 rot="16200000">
            <a:off x="308152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3300984" y="2871216"/>
            <a:ext cx="201168" cy="740664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300984" y="2871216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 rot="16200000">
            <a:off x="330098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500" dirty="0"/>
          </a:p>
        </p:txBody>
      </p:sp>
      <p:sp>
        <p:nvSpPr>
          <p:cNvPr id="177" name="Shape 175"/>
          <p:cNvSpPr/>
          <p:nvPr/>
        </p:nvSpPr>
        <p:spPr>
          <a:xfrm>
            <a:off x="3520440" y="2761488"/>
            <a:ext cx="201168" cy="850392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520440" y="2761488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 rot="16200000">
            <a:off x="352044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500" dirty="0"/>
          </a:p>
        </p:txBody>
      </p:sp>
      <p:sp>
        <p:nvSpPr>
          <p:cNvPr id="180" name="Shape 178"/>
          <p:cNvSpPr/>
          <p:nvPr/>
        </p:nvSpPr>
        <p:spPr>
          <a:xfrm>
            <a:off x="3739896" y="3200400"/>
            <a:ext cx="201168" cy="411480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739896" y="3200400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 rot="16200000">
            <a:off x="373989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500" dirty="0"/>
          </a:p>
        </p:txBody>
      </p:sp>
      <p:sp>
        <p:nvSpPr>
          <p:cNvPr id="183" name="Shape 181"/>
          <p:cNvSpPr/>
          <p:nvPr/>
        </p:nvSpPr>
        <p:spPr>
          <a:xfrm>
            <a:off x="3959352" y="3090672"/>
            <a:ext cx="201168" cy="521208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959352" y="3090672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 rot="16200000">
            <a:off x="395935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500" dirty="0"/>
          </a:p>
        </p:txBody>
      </p:sp>
      <p:sp>
        <p:nvSpPr>
          <p:cNvPr id="186" name="Shape 184"/>
          <p:cNvSpPr/>
          <p:nvPr/>
        </p:nvSpPr>
        <p:spPr>
          <a:xfrm>
            <a:off x="4178808" y="2980944"/>
            <a:ext cx="201168" cy="630936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178808" y="2980944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 rot="16200000">
            <a:off x="417880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500" dirty="0"/>
          </a:p>
        </p:txBody>
      </p:sp>
      <p:sp>
        <p:nvSpPr>
          <p:cNvPr id="189" name="Shape 187"/>
          <p:cNvSpPr/>
          <p:nvPr/>
        </p:nvSpPr>
        <p:spPr>
          <a:xfrm>
            <a:off x="4398264" y="2871216"/>
            <a:ext cx="201168" cy="740664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398264" y="2871216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 rot="16200000">
            <a:off x="439826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500" dirty="0"/>
          </a:p>
        </p:txBody>
      </p:sp>
      <p:sp>
        <p:nvSpPr>
          <p:cNvPr id="192" name="Shape 190"/>
          <p:cNvSpPr/>
          <p:nvPr/>
        </p:nvSpPr>
        <p:spPr>
          <a:xfrm>
            <a:off x="4617720" y="2761488"/>
            <a:ext cx="201168" cy="850392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617720" y="2761488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 rot="16200000">
            <a:off x="461772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500" dirty="0"/>
          </a:p>
        </p:txBody>
      </p:sp>
      <p:sp>
        <p:nvSpPr>
          <p:cNvPr id="195" name="Shape 193"/>
          <p:cNvSpPr/>
          <p:nvPr/>
        </p:nvSpPr>
        <p:spPr>
          <a:xfrm>
            <a:off x="4837176" y="3200400"/>
            <a:ext cx="201168" cy="411480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837176" y="3200400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 rot="16200000">
            <a:off x="483717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500" dirty="0"/>
          </a:p>
        </p:txBody>
      </p:sp>
      <p:sp>
        <p:nvSpPr>
          <p:cNvPr id="198" name="Shape 196"/>
          <p:cNvSpPr/>
          <p:nvPr/>
        </p:nvSpPr>
        <p:spPr>
          <a:xfrm>
            <a:off x="5056632" y="3090672"/>
            <a:ext cx="201168" cy="521208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056632" y="3090672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 rot="16200000">
            <a:off x="505663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500" dirty="0"/>
          </a:p>
        </p:txBody>
      </p:sp>
      <p:sp>
        <p:nvSpPr>
          <p:cNvPr id="201" name="Shape 199"/>
          <p:cNvSpPr/>
          <p:nvPr/>
        </p:nvSpPr>
        <p:spPr>
          <a:xfrm>
            <a:off x="5276088" y="2980944"/>
            <a:ext cx="201168" cy="630936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276088" y="2980944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 rot="16200000">
            <a:off x="527608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500" dirty="0"/>
          </a:p>
        </p:txBody>
      </p:sp>
      <p:sp>
        <p:nvSpPr>
          <p:cNvPr id="204" name="Shape 202"/>
          <p:cNvSpPr/>
          <p:nvPr/>
        </p:nvSpPr>
        <p:spPr>
          <a:xfrm>
            <a:off x="5495544" y="2871216"/>
            <a:ext cx="201168" cy="740664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495544" y="2871216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 rot="16200000">
            <a:off x="549554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500" dirty="0"/>
          </a:p>
        </p:txBody>
      </p:sp>
      <p:sp>
        <p:nvSpPr>
          <p:cNvPr id="207" name="Shape 205"/>
          <p:cNvSpPr/>
          <p:nvPr/>
        </p:nvSpPr>
        <p:spPr>
          <a:xfrm>
            <a:off x="5715000" y="2761488"/>
            <a:ext cx="201168" cy="850392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715000" y="2761488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 rot="16200000">
            <a:off x="571500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500" dirty="0"/>
          </a:p>
        </p:txBody>
      </p:sp>
      <p:sp>
        <p:nvSpPr>
          <p:cNvPr id="210" name="Shape 208"/>
          <p:cNvSpPr/>
          <p:nvPr/>
        </p:nvSpPr>
        <p:spPr>
          <a:xfrm>
            <a:off x="5934456" y="3200400"/>
            <a:ext cx="201168" cy="411480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934456" y="3200400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 rot="16200000">
            <a:off x="593445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500" dirty="0"/>
          </a:p>
        </p:txBody>
      </p:sp>
      <p:sp>
        <p:nvSpPr>
          <p:cNvPr id="213" name="Shape 211"/>
          <p:cNvSpPr/>
          <p:nvPr/>
        </p:nvSpPr>
        <p:spPr>
          <a:xfrm>
            <a:off x="6153912" y="3090672"/>
            <a:ext cx="201168" cy="521208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153912" y="3090672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 rot="16200000">
            <a:off x="615391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500" dirty="0"/>
          </a:p>
        </p:txBody>
      </p:sp>
      <p:sp>
        <p:nvSpPr>
          <p:cNvPr id="216" name="Shape 214"/>
          <p:cNvSpPr/>
          <p:nvPr/>
        </p:nvSpPr>
        <p:spPr>
          <a:xfrm>
            <a:off x="6373368" y="2980944"/>
            <a:ext cx="201168" cy="630936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373368" y="2980944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 rot="16200000">
            <a:off x="637336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500" dirty="0"/>
          </a:p>
        </p:txBody>
      </p:sp>
      <p:sp>
        <p:nvSpPr>
          <p:cNvPr id="219" name="Shape 217"/>
          <p:cNvSpPr/>
          <p:nvPr/>
        </p:nvSpPr>
        <p:spPr>
          <a:xfrm>
            <a:off x="6592824" y="2871216"/>
            <a:ext cx="201168" cy="740664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592824" y="2871216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 rot="16200000">
            <a:off x="659282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500" dirty="0"/>
          </a:p>
        </p:txBody>
      </p:sp>
      <p:sp>
        <p:nvSpPr>
          <p:cNvPr id="222" name="Shape 220"/>
          <p:cNvSpPr/>
          <p:nvPr/>
        </p:nvSpPr>
        <p:spPr>
          <a:xfrm>
            <a:off x="6812280" y="2761488"/>
            <a:ext cx="201168" cy="850392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812280" y="2761488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 rot="16200000">
            <a:off x="681228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500" dirty="0"/>
          </a:p>
        </p:txBody>
      </p:sp>
      <p:sp>
        <p:nvSpPr>
          <p:cNvPr id="225" name="Shape 223"/>
          <p:cNvSpPr/>
          <p:nvPr/>
        </p:nvSpPr>
        <p:spPr>
          <a:xfrm>
            <a:off x="7031736" y="3200400"/>
            <a:ext cx="201168" cy="411480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031736" y="3200400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 rot="16200000">
            <a:off x="703173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500" dirty="0"/>
          </a:p>
        </p:txBody>
      </p:sp>
      <p:sp>
        <p:nvSpPr>
          <p:cNvPr id="228" name="Shape 226"/>
          <p:cNvSpPr/>
          <p:nvPr/>
        </p:nvSpPr>
        <p:spPr>
          <a:xfrm>
            <a:off x="7251192" y="3090672"/>
            <a:ext cx="201168" cy="521208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251192" y="3090672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 rot="16200000">
            <a:off x="725119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500" dirty="0"/>
          </a:p>
        </p:txBody>
      </p:sp>
      <p:sp>
        <p:nvSpPr>
          <p:cNvPr id="231" name="Shape 229"/>
          <p:cNvSpPr/>
          <p:nvPr/>
        </p:nvSpPr>
        <p:spPr>
          <a:xfrm>
            <a:off x="7470648" y="2980944"/>
            <a:ext cx="201168" cy="630936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470648" y="2980944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 rot="16200000">
            <a:off x="7470648" y="318668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500" dirty="0"/>
          </a:p>
        </p:txBody>
      </p:sp>
      <p:sp>
        <p:nvSpPr>
          <p:cNvPr id="234" name="Shape 232"/>
          <p:cNvSpPr/>
          <p:nvPr/>
        </p:nvSpPr>
        <p:spPr>
          <a:xfrm>
            <a:off x="7690104" y="2871216"/>
            <a:ext cx="201168" cy="740664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690104" y="2871216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 rot="16200000">
            <a:off x="7690104" y="313182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7909560" y="2761488"/>
            <a:ext cx="201168" cy="850392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909560" y="2761488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 rot="16200000">
            <a:off x="7909560" y="307695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8129016" y="3200400"/>
            <a:ext cx="201168" cy="411480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129016" y="3200400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 rot="16200000">
            <a:off x="8129016" y="329641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500" dirty="0"/>
          </a:p>
        </p:txBody>
      </p:sp>
      <p:sp>
        <p:nvSpPr>
          <p:cNvPr id="243" name="Shape 241"/>
          <p:cNvSpPr/>
          <p:nvPr/>
        </p:nvSpPr>
        <p:spPr>
          <a:xfrm>
            <a:off x="8348472" y="3090672"/>
            <a:ext cx="201168" cy="521208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348472" y="3090672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 rot="16200000">
            <a:off x="8348472" y="324154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500" dirty="0"/>
          </a:p>
        </p:txBody>
      </p:sp>
      <p:sp>
        <p:nvSpPr>
          <p:cNvPr id="246" name="Shape 244"/>
          <p:cNvSpPr/>
          <p:nvPr/>
        </p:nvSpPr>
        <p:spPr>
          <a:xfrm>
            <a:off x="182880" y="4617720"/>
            <a:ext cx="8778240" cy="91440"/>
          </a:xfrm>
          <a:prstGeom prst="rect">
            <a:avLst/>
          </a:prstGeom>
          <a:solidFill>
            <a:srgbClr val="6B3F1F"/>
          </a:solidFill>
          <a:ln w="12700">
            <a:solidFill>
              <a:srgbClr val="6B3F1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228600" y="3941064"/>
            <a:ext cx="201168" cy="630936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228600" y="3941064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 rot="16200000">
            <a:off x="22860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500" dirty="0"/>
          </a:p>
        </p:txBody>
      </p:sp>
      <p:sp>
        <p:nvSpPr>
          <p:cNvPr id="250" name="Shape 248"/>
          <p:cNvSpPr/>
          <p:nvPr/>
        </p:nvSpPr>
        <p:spPr>
          <a:xfrm>
            <a:off x="448056" y="3831336"/>
            <a:ext cx="201168" cy="740664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48056" y="3831336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 rot="16200000">
            <a:off x="44805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500" dirty="0"/>
          </a:p>
        </p:txBody>
      </p:sp>
      <p:sp>
        <p:nvSpPr>
          <p:cNvPr id="253" name="Shape 251"/>
          <p:cNvSpPr/>
          <p:nvPr/>
        </p:nvSpPr>
        <p:spPr>
          <a:xfrm>
            <a:off x="667512" y="3721608"/>
            <a:ext cx="201168" cy="850392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7512" y="3721608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 rot="16200000">
            <a:off x="66751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500" dirty="0"/>
          </a:p>
        </p:txBody>
      </p:sp>
      <p:sp>
        <p:nvSpPr>
          <p:cNvPr id="256" name="Shape 254"/>
          <p:cNvSpPr/>
          <p:nvPr/>
        </p:nvSpPr>
        <p:spPr>
          <a:xfrm>
            <a:off x="886968" y="4160520"/>
            <a:ext cx="201168" cy="411480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86968" y="4160520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 rot="16200000">
            <a:off x="88696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500" dirty="0"/>
          </a:p>
        </p:txBody>
      </p:sp>
      <p:sp>
        <p:nvSpPr>
          <p:cNvPr id="259" name="Shape 257"/>
          <p:cNvSpPr/>
          <p:nvPr/>
        </p:nvSpPr>
        <p:spPr>
          <a:xfrm>
            <a:off x="1106424" y="4050792"/>
            <a:ext cx="201168" cy="521208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06424" y="4050792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 rot="16200000">
            <a:off x="110642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500" dirty="0"/>
          </a:p>
        </p:txBody>
      </p:sp>
      <p:sp>
        <p:nvSpPr>
          <p:cNvPr id="262" name="Shape 260"/>
          <p:cNvSpPr/>
          <p:nvPr/>
        </p:nvSpPr>
        <p:spPr>
          <a:xfrm>
            <a:off x="1325880" y="3941064"/>
            <a:ext cx="201168" cy="630936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325880" y="3941064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 rot="16200000">
            <a:off x="132588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500" dirty="0"/>
          </a:p>
        </p:txBody>
      </p:sp>
      <p:sp>
        <p:nvSpPr>
          <p:cNvPr id="265" name="Shape 263"/>
          <p:cNvSpPr/>
          <p:nvPr/>
        </p:nvSpPr>
        <p:spPr>
          <a:xfrm>
            <a:off x="1545336" y="3831336"/>
            <a:ext cx="201168" cy="740664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545336" y="3831336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 rot="16200000">
            <a:off x="154533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500" dirty="0"/>
          </a:p>
        </p:txBody>
      </p:sp>
      <p:sp>
        <p:nvSpPr>
          <p:cNvPr id="268" name="Shape 266"/>
          <p:cNvSpPr/>
          <p:nvPr/>
        </p:nvSpPr>
        <p:spPr>
          <a:xfrm>
            <a:off x="1764792" y="3721608"/>
            <a:ext cx="201168" cy="850392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764792" y="3721608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 rot="16200000">
            <a:off x="176479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500" dirty="0"/>
          </a:p>
        </p:txBody>
      </p:sp>
      <p:sp>
        <p:nvSpPr>
          <p:cNvPr id="271" name="Shape 269"/>
          <p:cNvSpPr/>
          <p:nvPr/>
        </p:nvSpPr>
        <p:spPr>
          <a:xfrm>
            <a:off x="1984248" y="4160520"/>
            <a:ext cx="201168" cy="411480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984248" y="4160520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 rot="16200000">
            <a:off x="198424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500" dirty="0"/>
          </a:p>
        </p:txBody>
      </p:sp>
      <p:sp>
        <p:nvSpPr>
          <p:cNvPr id="274" name="Shape 272"/>
          <p:cNvSpPr/>
          <p:nvPr/>
        </p:nvSpPr>
        <p:spPr>
          <a:xfrm>
            <a:off x="2203704" y="4050792"/>
            <a:ext cx="201168" cy="521208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203704" y="4050792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 rot="16200000">
            <a:off x="220370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500" dirty="0"/>
          </a:p>
        </p:txBody>
      </p:sp>
      <p:sp>
        <p:nvSpPr>
          <p:cNvPr id="277" name="Shape 275"/>
          <p:cNvSpPr/>
          <p:nvPr/>
        </p:nvSpPr>
        <p:spPr>
          <a:xfrm>
            <a:off x="2423160" y="3941064"/>
            <a:ext cx="201168" cy="630936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423160" y="3941064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 rot="16200000">
            <a:off x="242316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500" dirty="0"/>
          </a:p>
        </p:txBody>
      </p:sp>
      <p:sp>
        <p:nvSpPr>
          <p:cNvPr id="280" name="Shape 278"/>
          <p:cNvSpPr/>
          <p:nvPr/>
        </p:nvSpPr>
        <p:spPr>
          <a:xfrm>
            <a:off x="2642616" y="3831336"/>
            <a:ext cx="201168" cy="740664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642616" y="3831336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 rot="16200000">
            <a:off x="264261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500" dirty="0"/>
          </a:p>
        </p:txBody>
      </p:sp>
      <p:sp>
        <p:nvSpPr>
          <p:cNvPr id="283" name="Shape 281"/>
          <p:cNvSpPr/>
          <p:nvPr/>
        </p:nvSpPr>
        <p:spPr>
          <a:xfrm>
            <a:off x="2862072" y="3721608"/>
            <a:ext cx="201168" cy="850392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2862072" y="3721608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 rot="16200000">
            <a:off x="286207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500" dirty="0"/>
          </a:p>
        </p:txBody>
      </p:sp>
      <p:sp>
        <p:nvSpPr>
          <p:cNvPr id="286" name="Shape 284"/>
          <p:cNvSpPr/>
          <p:nvPr/>
        </p:nvSpPr>
        <p:spPr>
          <a:xfrm>
            <a:off x="3081528" y="4160520"/>
            <a:ext cx="201168" cy="411480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081528" y="4160520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 rot="16200000">
            <a:off x="308152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500" dirty="0"/>
          </a:p>
        </p:txBody>
      </p:sp>
      <p:sp>
        <p:nvSpPr>
          <p:cNvPr id="289" name="Shape 287"/>
          <p:cNvSpPr/>
          <p:nvPr/>
        </p:nvSpPr>
        <p:spPr>
          <a:xfrm>
            <a:off x="3300984" y="4050792"/>
            <a:ext cx="201168" cy="521208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300984" y="4050792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 rot="16200000">
            <a:off x="330098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500" dirty="0"/>
          </a:p>
        </p:txBody>
      </p:sp>
      <p:sp>
        <p:nvSpPr>
          <p:cNvPr id="292" name="Shape 290"/>
          <p:cNvSpPr/>
          <p:nvPr/>
        </p:nvSpPr>
        <p:spPr>
          <a:xfrm>
            <a:off x="3520440" y="3941064"/>
            <a:ext cx="201168" cy="630936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520440" y="3941064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 rot="16200000">
            <a:off x="352044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500" dirty="0"/>
          </a:p>
        </p:txBody>
      </p:sp>
      <p:sp>
        <p:nvSpPr>
          <p:cNvPr id="295" name="Shape 293"/>
          <p:cNvSpPr/>
          <p:nvPr/>
        </p:nvSpPr>
        <p:spPr>
          <a:xfrm>
            <a:off x="3739896" y="3831336"/>
            <a:ext cx="201168" cy="740664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739896" y="3831336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 rot="16200000">
            <a:off x="373989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500" dirty="0"/>
          </a:p>
        </p:txBody>
      </p:sp>
      <p:sp>
        <p:nvSpPr>
          <p:cNvPr id="298" name="Shape 296"/>
          <p:cNvSpPr/>
          <p:nvPr/>
        </p:nvSpPr>
        <p:spPr>
          <a:xfrm>
            <a:off x="3959352" y="3721608"/>
            <a:ext cx="201168" cy="850392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959352" y="3721608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 rot="16200000">
            <a:off x="395935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500" dirty="0"/>
          </a:p>
        </p:txBody>
      </p:sp>
      <p:sp>
        <p:nvSpPr>
          <p:cNvPr id="301" name="Shape 299"/>
          <p:cNvSpPr/>
          <p:nvPr/>
        </p:nvSpPr>
        <p:spPr>
          <a:xfrm>
            <a:off x="4178808" y="4160520"/>
            <a:ext cx="201168" cy="411480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178808" y="4160520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 rot="16200000">
            <a:off x="417880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500" dirty="0"/>
          </a:p>
        </p:txBody>
      </p:sp>
      <p:sp>
        <p:nvSpPr>
          <p:cNvPr id="304" name="Shape 302"/>
          <p:cNvSpPr/>
          <p:nvPr/>
        </p:nvSpPr>
        <p:spPr>
          <a:xfrm>
            <a:off x="4398264" y="4050792"/>
            <a:ext cx="201168" cy="521208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398264" y="4050792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 rot="16200000">
            <a:off x="439826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500" dirty="0"/>
          </a:p>
        </p:txBody>
      </p:sp>
      <p:sp>
        <p:nvSpPr>
          <p:cNvPr id="307" name="Shape 305"/>
          <p:cNvSpPr/>
          <p:nvPr/>
        </p:nvSpPr>
        <p:spPr>
          <a:xfrm>
            <a:off x="4617720" y="3941064"/>
            <a:ext cx="201168" cy="630936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4617720" y="3941064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 rot="16200000">
            <a:off x="461772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500" dirty="0"/>
          </a:p>
        </p:txBody>
      </p:sp>
      <p:sp>
        <p:nvSpPr>
          <p:cNvPr id="310" name="Shape 308"/>
          <p:cNvSpPr/>
          <p:nvPr/>
        </p:nvSpPr>
        <p:spPr>
          <a:xfrm>
            <a:off x="4837176" y="3831336"/>
            <a:ext cx="201168" cy="740664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4837176" y="3831336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 rot="16200000">
            <a:off x="483717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500" dirty="0"/>
          </a:p>
        </p:txBody>
      </p:sp>
      <p:sp>
        <p:nvSpPr>
          <p:cNvPr id="313" name="Shape 311"/>
          <p:cNvSpPr/>
          <p:nvPr/>
        </p:nvSpPr>
        <p:spPr>
          <a:xfrm>
            <a:off x="5056632" y="3721608"/>
            <a:ext cx="201168" cy="850392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056632" y="3721608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 rot="16200000">
            <a:off x="505663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500" dirty="0"/>
          </a:p>
        </p:txBody>
      </p:sp>
      <p:sp>
        <p:nvSpPr>
          <p:cNvPr id="316" name="Shape 314"/>
          <p:cNvSpPr/>
          <p:nvPr/>
        </p:nvSpPr>
        <p:spPr>
          <a:xfrm>
            <a:off x="5276088" y="4160520"/>
            <a:ext cx="201168" cy="411480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276088" y="4160520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 rot="16200000">
            <a:off x="527608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500" dirty="0"/>
          </a:p>
        </p:txBody>
      </p:sp>
      <p:sp>
        <p:nvSpPr>
          <p:cNvPr id="319" name="Shape 317"/>
          <p:cNvSpPr/>
          <p:nvPr/>
        </p:nvSpPr>
        <p:spPr>
          <a:xfrm>
            <a:off x="5495544" y="4050792"/>
            <a:ext cx="201168" cy="521208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495544" y="4050792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 rot="16200000">
            <a:off x="549554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500" dirty="0"/>
          </a:p>
        </p:txBody>
      </p:sp>
      <p:sp>
        <p:nvSpPr>
          <p:cNvPr id="322" name="Shape 320"/>
          <p:cNvSpPr/>
          <p:nvPr/>
        </p:nvSpPr>
        <p:spPr>
          <a:xfrm>
            <a:off x="5715000" y="3941064"/>
            <a:ext cx="201168" cy="630936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715000" y="3941064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 rot="16200000">
            <a:off x="571500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500" dirty="0"/>
          </a:p>
        </p:txBody>
      </p:sp>
      <p:sp>
        <p:nvSpPr>
          <p:cNvPr id="325" name="Shape 323"/>
          <p:cNvSpPr/>
          <p:nvPr/>
        </p:nvSpPr>
        <p:spPr>
          <a:xfrm>
            <a:off x="5934456" y="3831336"/>
            <a:ext cx="201168" cy="740664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5934456" y="3831336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 rot="16200000">
            <a:off x="593445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500" dirty="0"/>
          </a:p>
        </p:txBody>
      </p:sp>
      <p:sp>
        <p:nvSpPr>
          <p:cNvPr id="328" name="Shape 326"/>
          <p:cNvSpPr/>
          <p:nvPr/>
        </p:nvSpPr>
        <p:spPr>
          <a:xfrm>
            <a:off x="6153912" y="3721608"/>
            <a:ext cx="201168" cy="850392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153912" y="3721608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 rot="16200000">
            <a:off x="615391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500" dirty="0"/>
          </a:p>
        </p:txBody>
      </p:sp>
      <p:sp>
        <p:nvSpPr>
          <p:cNvPr id="331" name="Shape 329"/>
          <p:cNvSpPr/>
          <p:nvPr/>
        </p:nvSpPr>
        <p:spPr>
          <a:xfrm>
            <a:off x="6373368" y="4160520"/>
            <a:ext cx="201168" cy="411480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373368" y="4160520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 rot="16200000">
            <a:off x="637336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500" dirty="0"/>
          </a:p>
        </p:txBody>
      </p:sp>
      <p:sp>
        <p:nvSpPr>
          <p:cNvPr id="334" name="Shape 332"/>
          <p:cNvSpPr/>
          <p:nvPr/>
        </p:nvSpPr>
        <p:spPr>
          <a:xfrm>
            <a:off x="6592824" y="4050792"/>
            <a:ext cx="201168" cy="521208"/>
          </a:xfrm>
          <a:prstGeom prst="rect">
            <a:avLst/>
          </a:prstGeom>
          <a:solidFill>
            <a:srgbClr val="3A5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592824" y="4050792"/>
            <a:ext cx="201168" cy="36576"/>
          </a:xfrm>
          <a:prstGeom prst="rect">
            <a:avLst/>
          </a:prstGeom>
          <a:solidFill>
            <a:srgbClr val="5A7A4D">
              <a:alpha val="70000"/>
            </a:srgbClr>
          </a:solidFill>
          <a:ln w="12700">
            <a:solidFill>
              <a:srgbClr val="5A7A4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 rot="16200000">
            <a:off x="659282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500" dirty="0"/>
          </a:p>
        </p:txBody>
      </p:sp>
      <p:sp>
        <p:nvSpPr>
          <p:cNvPr id="337" name="Shape 335"/>
          <p:cNvSpPr/>
          <p:nvPr/>
        </p:nvSpPr>
        <p:spPr>
          <a:xfrm>
            <a:off x="6812280" y="3941064"/>
            <a:ext cx="201168" cy="630936"/>
          </a:xfrm>
          <a:prstGeom prst="rect">
            <a:avLst/>
          </a:prstGeom>
          <a:solidFill>
            <a:srgbClr val="7A3A5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812280" y="3941064"/>
            <a:ext cx="201168" cy="36576"/>
          </a:xfrm>
          <a:prstGeom prst="rect">
            <a:avLst/>
          </a:prstGeom>
          <a:solidFill>
            <a:srgbClr val="9A5A7A">
              <a:alpha val="70000"/>
            </a:srgbClr>
          </a:solidFill>
          <a:ln w="12700">
            <a:solidFill>
              <a:srgbClr val="9A5A7A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 rot="16200000">
            <a:off x="681228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500" dirty="0"/>
          </a:p>
        </p:txBody>
      </p:sp>
      <p:sp>
        <p:nvSpPr>
          <p:cNvPr id="340" name="Shape 338"/>
          <p:cNvSpPr/>
          <p:nvPr/>
        </p:nvSpPr>
        <p:spPr>
          <a:xfrm>
            <a:off x="7031736" y="3831336"/>
            <a:ext cx="201168" cy="740664"/>
          </a:xfrm>
          <a:prstGeom prst="rect">
            <a:avLst/>
          </a:prstGeom>
          <a:solidFill>
            <a:srgbClr val="8B3A3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7031736" y="3831336"/>
            <a:ext cx="201168" cy="36576"/>
          </a:xfrm>
          <a:prstGeom prst="rect">
            <a:avLst/>
          </a:prstGeom>
          <a:solidFill>
            <a:srgbClr val="B04A4A">
              <a:alpha val="70000"/>
            </a:srgbClr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 rot="16200000">
            <a:off x="703173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500" dirty="0"/>
          </a:p>
        </p:txBody>
      </p:sp>
      <p:sp>
        <p:nvSpPr>
          <p:cNvPr id="343" name="Shape 341"/>
          <p:cNvSpPr/>
          <p:nvPr/>
        </p:nvSpPr>
        <p:spPr>
          <a:xfrm>
            <a:off x="7251192" y="3721608"/>
            <a:ext cx="201168" cy="850392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7251192" y="3721608"/>
            <a:ext cx="201168" cy="36576"/>
          </a:xfrm>
          <a:prstGeom prst="rect">
            <a:avLst/>
          </a:prstGeom>
          <a:solidFill>
            <a:srgbClr val="3D7ABE">
              <a:alpha val="70000"/>
            </a:srgbClr>
          </a:solidFill>
          <a:ln w="12700">
            <a:solidFill>
              <a:srgbClr val="3D7ABE"/>
            </a:solidFill>
            <a:prstDash val="solid"/>
          </a:ln>
        </p:spPr>
      </p:sp>
      <p:sp>
        <p:nvSpPr>
          <p:cNvPr id="345" name="Text 343"/>
          <p:cNvSpPr/>
          <p:nvPr/>
        </p:nvSpPr>
        <p:spPr>
          <a:xfrm rot="16200000">
            <a:off x="725119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500" dirty="0"/>
          </a:p>
        </p:txBody>
      </p:sp>
      <p:sp>
        <p:nvSpPr>
          <p:cNvPr id="346" name="Shape 344"/>
          <p:cNvSpPr/>
          <p:nvPr/>
        </p:nvSpPr>
        <p:spPr>
          <a:xfrm>
            <a:off x="7470648" y="4160520"/>
            <a:ext cx="201168" cy="411480"/>
          </a:xfrm>
          <a:prstGeom prst="rect">
            <a:avLst/>
          </a:prstGeom>
          <a:solidFill>
            <a:srgbClr val="2D6A4F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7470648" y="4160520"/>
            <a:ext cx="201168" cy="36576"/>
          </a:xfrm>
          <a:prstGeom prst="rect">
            <a:avLst/>
          </a:prstGeom>
          <a:solidFill>
            <a:srgbClr val="3D8A6F">
              <a:alpha val="70000"/>
            </a:srgbClr>
          </a:solidFill>
          <a:ln w="12700">
            <a:solidFill>
              <a:srgbClr val="3D8A6F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 rot="16200000">
            <a:off x="7470648" y="42565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500" dirty="0"/>
          </a:p>
        </p:txBody>
      </p:sp>
      <p:sp>
        <p:nvSpPr>
          <p:cNvPr id="349" name="Shape 347"/>
          <p:cNvSpPr/>
          <p:nvPr/>
        </p:nvSpPr>
        <p:spPr>
          <a:xfrm>
            <a:off x="7690104" y="4050792"/>
            <a:ext cx="201168" cy="521208"/>
          </a:xfrm>
          <a:prstGeom prst="rect">
            <a:avLst/>
          </a:prstGeom>
          <a:solidFill>
            <a:srgbClr val="6B3FA0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7690104" y="4050792"/>
            <a:ext cx="201168" cy="36576"/>
          </a:xfrm>
          <a:prstGeom prst="rect">
            <a:avLst/>
          </a:prstGeom>
          <a:solidFill>
            <a:srgbClr val="8B5FC0">
              <a:alpha val="70000"/>
            </a:srgbClr>
          </a:solidFill>
          <a:ln w="12700">
            <a:solidFill>
              <a:srgbClr val="8B5FC0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 rot="16200000">
            <a:off x="7690104" y="420166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500" dirty="0"/>
          </a:p>
        </p:txBody>
      </p:sp>
      <p:sp>
        <p:nvSpPr>
          <p:cNvPr id="352" name="Shape 350"/>
          <p:cNvSpPr/>
          <p:nvPr/>
        </p:nvSpPr>
        <p:spPr>
          <a:xfrm>
            <a:off x="7909560" y="3941064"/>
            <a:ext cx="201168" cy="630936"/>
          </a:xfrm>
          <a:prstGeom prst="rect">
            <a:avLst/>
          </a:prstGeom>
          <a:solidFill>
            <a:srgbClr val="7A4E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7909560" y="3941064"/>
            <a:ext cx="201168" cy="36576"/>
          </a:xfrm>
          <a:prstGeom prst="rect">
            <a:avLst/>
          </a:prstGeom>
          <a:solidFill>
            <a:srgbClr val="9A6E4D">
              <a:alpha val="70000"/>
            </a:srgbClr>
          </a:solidFill>
          <a:ln w="12700">
            <a:solidFill>
              <a:srgbClr val="9A6E4D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 rot="16200000">
            <a:off x="7909560" y="4146804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500" dirty="0"/>
          </a:p>
        </p:txBody>
      </p:sp>
      <p:sp>
        <p:nvSpPr>
          <p:cNvPr id="355" name="Shape 353"/>
          <p:cNvSpPr/>
          <p:nvPr/>
        </p:nvSpPr>
        <p:spPr>
          <a:xfrm>
            <a:off x="8129016" y="3831336"/>
            <a:ext cx="201168" cy="740664"/>
          </a:xfrm>
          <a:prstGeom prst="rect">
            <a:avLst/>
          </a:prstGeom>
          <a:solidFill>
            <a:srgbClr val="1A5F7A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8129016" y="3831336"/>
            <a:ext cx="201168" cy="36576"/>
          </a:xfrm>
          <a:prstGeom prst="rect">
            <a:avLst/>
          </a:prstGeom>
          <a:solidFill>
            <a:srgbClr val="2A7F9A">
              <a:alpha val="70000"/>
            </a:srgbClr>
          </a:solidFill>
          <a:ln w="12700">
            <a:solidFill>
              <a:srgbClr val="2A7F9A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 rot="16200000">
            <a:off x="8129016" y="40919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500" dirty="0"/>
          </a:p>
        </p:txBody>
      </p:sp>
      <p:sp>
        <p:nvSpPr>
          <p:cNvPr id="358" name="Shape 356"/>
          <p:cNvSpPr/>
          <p:nvPr/>
        </p:nvSpPr>
        <p:spPr>
          <a:xfrm>
            <a:off x="8348472" y="3721608"/>
            <a:ext cx="201168" cy="850392"/>
          </a:xfrm>
          <a:prstGeom prst="rect">
            <a:avLst/>
          </a:prstGeom>
          <a:solidFill>
            <a:srgbClr val="5A3A2D"/>
          </a:solidFill>
          <a:ln w="3810">
            <a:solidFill>
              <a:srgbClr val="0D1B2A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8348472" y="3721608"/>
            <a:ext cx="201168" cy="36576"/>
          </a:xfrm>
          <a:prstGeom prst="rect">
            <a:avLst/>
          </a:prstGeom>
          <a:solidFill>
            <a:srgbClr val="7A5A4D">
              <a:alpha val="70000"/>
            </a:srgbClr>
          </a:solidFill>
          <a:ln w="12700">
            <a:solidFill>
              <a:srgbClr val="7A5A4D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 rot="16200000">
            <a:off x="8348472" y="4037076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500" dirty="0"/>
          </a:p>
        </p:txBody>
      </p:sp>
      <p:sp>
        <p:nvSpPr>
          <p:cNvPr id="361" name="Shape 35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32"/>
          </a:solidFill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instagram.com/thexeshaan.islamic   ·   thexeshaanislamic.gumroad.com   ·   quran.com   ·   © TheXeshaan Islamic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3657600"/>
          </a:xfrm>
          <a:prstGeom prst="ellipse">
            <a:avLst/>
          </a:prstGeom>
          <a:solidFill>
            <a:srgbClr val="C9A84C">
              <a:alpha val="7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743200"/>
            <a:ext cx="4572000" cy="3657600"/>
          </a:xfrm>
          <a:prstGeom prst="ellipse">
            <a:avLst/>
          </a:prstGeom>
          <a:solidFill>
            <a:srgbClr val="1A5F7A">
              <a:alpha val="10000"/>
            </a:srgbClr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بِسْمِ اللهِ الرَّحْمٰنِ الرَّحِيْمِ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3657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Islamic Motivational Guideline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14800" cy="1234440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54864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وَمَن يَتَّقِ اللَّهَ يَجْعَل لَّهُ مَخْرَجًا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whoever fears Allah, He will make for him a way out.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743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65:2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4114800" cy="1234440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54864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إِنَّ مَعَ الْعُسْرِ يُسْرًا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Indeed, with hardship will be ease.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743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94:6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8595360" cy="1234440"/>
          </a:xfrm>
          <a:prstGeom prst="rect">
            <a:avLst/>
          </a:prstGeom>
          <a:solidFill>
            <a:srgbClr val="162032"/>
          </a:solidFill>
          <a:ln w="8890">
            <a:solidFill>
              <a:srgbClr val="C9A84C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54864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310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وَلَا تَيْأَسُوا مِن رَّوْحِ اللَّهِ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703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never despair of the mercy of Allah.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1148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12:87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1A5F7A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160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Get the Full Islamic Guidebook on Gumroad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4622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thexeshaanislamic.gumroad.com  ·  instagram.com/thexeshaan.islamic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TheXeshaan Islamic Printable</dc:title>
  <dc:subject>PptxGenJS Presentation</dc:subject>
  <dc:creator>PptxGenJS</dc:creator>
  <cp:lastModifiedBy>PptxGenJS</cp:lastModifiedBy>
  <cp:revision>1</cp:revision>
  <dcterms:created xsi:type="dcterms:W3CDTF">2026-04-25T11:36:47Z</dcterms:created>
  <dcterms:modified xsi:type="dcterms:W3CDTF">2026-04-25T11:36:47Z</dcterms:modified>
</cp:coreProperties>
</file>